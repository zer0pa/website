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9" r:id="rId2"/>
  </p:sldIdLst>
  <p:sldSz cx="611981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94681"/>
  </p:normalViewPr>
  <p:slideViewPr>
    <p:cSldViewPr snapToGrid="0">
      <p:cViewPr>
        <p:scale>
          <a:sx n="170" d="100"/>
          <a:sy n="170" d="100"/>
        </p:scale>
        <p:origin x="1144" y="199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E32C-CDD0-8948-AAC1-ED81368681C3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318125" y="1143000"/>
            <a:ext cx="1749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8BB6-D95C-C342-ACDA-775941CBA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1pPr>
    <a:lvl2pPr marL="164135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2pPr>
    <a:lvl3pPr marL="32827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3pPr>
    <a:lvl4pPr marL="49240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4pPr>
    <a:lvl5pPr marL="65653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5pPr>
    <a:lvl6pPr marL="82067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6pPr>
    <a:lvl7pPr marL="98480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7pPr>
    <a:lvl8pPr marL="114894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8pPr>
    <a:lvl9pPr marL="1313078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1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176668"/>
            <a:ext cx="4589860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566988"/>
            <a:ext cx="4589860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69125"/>
            <a:ext cx="5278339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722415"/>
            <a:ext cx="5278339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7474"/>
            <a:ext cx="5278339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264627"/>
            <a:ext cx="258896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394318"/>
            <a:ext cx="258896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64627"/>
            <a:ext cx="260171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94318"/>
            <a:ext cx="260171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55428"/>
            <a:ext cx="309815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55428"/>
            <a:ext cx="309815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57474"/>
            <a:ext cx="1319585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57474"/>
            <a:ext cx="388225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57474"/>
            <a:ext cx="5278339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87367"/>
            <a:ext cx="5278339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000537"/>
            <a:ext cx="206543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8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ok-video-e3d5e786-55b9-4046-8a25-859415890789">
            <a:hlinkClick r:id="" action="ppaction://media"/>
            <a:extLst>
              <a:ext uri="{FF2B5EF4-FFF2-40B4-BE49-F238E27FC236}">
                <a16:creationId xmlns:a16="http://schemas.microsoft.com/office/drawing/2014/main" id="{5F5FB10C-3EBC-3D11-1F13-61D378D936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15486" t="7533" r="16440" b="5151"/>
          <a:stretch>
            <a:fillRect/>
          </a:stretch>
        </p:blipFill>
        <p:spPr>
          <a:xfrm>
            <a:off x="5601683" y="146522"/>
            <a:ext cx="459393" cy="78566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D32EC82D-9313-A730-8348-19EDA7D09E44}"/>
              </a:ext>
            </a:extLst>
          </p:cNvPr>
          <p:cNvGrpSpPr/>
          <p:nvPr/>
        </p:nvGrpSpPr>
        <p:grpSpPr>
          <a:xfrm>
            <a:off x="3102076" y="87203"/>
            <a:ext cx="322879" cy="874674"/>
            <a:chOff x="937260" y="88356"/>
            <a:chExt cx="2441130" cy="874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919E87E-C3E3-F382-376D-E297978C5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88356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AF0EFCF-5C44-D4E7-5E0A-658D514748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213309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FC9D930-99F7-C130-7C9D-338D6912A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338262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AF98A57-3886-C08E-7957-79127D28CC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463215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2C9FFBA-065E-F5E5-17ED-B53F4738D7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588168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E45646F-8668-C5C0-3DF2-4704EA18B1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713121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82FBFE-B2CF-81EE-E3EC-7FFFEEA502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838074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D0D4523-03D3-C5A0-47D9-1925C1C69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260" y="963030"/>
              <a:ext cx="244113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grok-video-e1f38609-3f1b-459e-b883-e0b88042a369">
            <a:hlinkClick r:id="" action="ppaction://media"/>
            <a:extLst>
              <a:ext uri="{FF2B5EF4-FFF2-40B4-BE49-F238E27FC236}">
                <a16:creationId xmlns:a16="http://schemas.microsoft.com/office/drawing/2014/main" id="{BD135820-363D-1369-B98B-80F6C9F4E5E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t="7488" b="13396"/>
          <a:stretch>
            <a:fillRect/>
          </a:stretch>
        </p:blipFill>
        <p:spPr>
          <a:xfrm>
            <a:off x="3334991" y="0"/>
            <a:ext cx="2266692" cy="9922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5AD360C-7027-FB5E-AF64-E953B1DA02C0}"/>
              </a:ext>
            </a:extLst>
          </p:cNvPr>
          <p:cNvSpPr txBox="1"/>
          <p:nvPr/>
        </p:nvSpPr>
        <p:spPr>
          <a:xfrm>
            <a:off x="-57515" y="225811"/>
            <a:ext cx="176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swald Medium" pitchFamily="2" charset="77"/>
              </a:rPr>
              <a:t>ZPE-IMC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A48E33-5B33-B73D-EAEB-18B8B4AEDEAE}"/>
              </a:ext>
            </a:extLst>
          </p:cNvPr>
          <p:cNvSpPr txBox="1"/>
          <p:nvPr/>
        </p:nvSpPr>
        <p:spPr>
          <a:xfrm>
            <a:off x="2474862" y="71404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emojis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9ADDBD-03DC-357E-F788-2D2721A3D3DE}"/>
              </a:ext>
            </a:extLst>
          </p:cNvPr>
          <p:cNvSpPr txBox="1"/>
          <p:nvPr/>
        </p:nvSpPr>
        <p:spPr>
          <a:xfrm>
            <a:off x="1925505" y="80122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C620EF-E51E-BE39-AE1B-0CC8EA23CD59}"/>
              </a:ext>
            </a:extLst>
          </p:cNvPr>
          <p:cNvSpPr txBox="1"/>
          <p:nvPr/>
        </p:nvSpPr>
        <p:spPr>
          <a:xfrm>
            <a:off x="1922921" y="27158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diagrams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28CF97-7F30-276F-28E9-1994D3326DEA}"/>
              </a:ext>
            </a:extLst>
          </p:cNvPr>
          <p:cNvSpPr txBox="1"/>
          <p:nvPr/>
        </p:nvSpPr>
        <p:spPr>
          <a:xfrm>
            <a:off x="2474862" y="27158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87AFB-8AF8-3EAF-AF2D-4128113B7988}"/>
              </a:ext>
            </a:extLst>
          </p:cNvPr>
          <p:cNvSpPr txBox="1"/>
          <p:nvPr/>
        </p:nvSpPr>
        <p:spPr>
          <a:xfrm>
            <a:off x="1922921" y="872142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mental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3EAB61-6EB6-9499-8623-2836837C7F53}"/>
              </a:ext>
            </a:extLst>
          </p:cNvPr>
          <p:cNvSpPr txBox="1"/>
          <p:nvPr/>
        </p:nvSpPr>
        <p:spPr>
          <a:xfrm>
            <a:off x="2474862" y="67195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smell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4FF2D4-882E-41DC-5A09-C1FE395D12B1}"/>
              </a:ext>
            </a:extLst>
          </p:cNvPr>
          <p:cNvSpPr txBox="1"/>
          <p:nvPr/>
        </p:nvSpPr>
        <p:spPr>
          <a:xfrm>
            <a:off x="1925505" y="674404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taste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55AAE4-AB64-C734-0F63-00A194F277DC}"/>
              </a:ext>
            </a:extLst>
          </p:cNvPr>
          <p:cNvSpPr txBox="1"/>
          <p:nvPr/>
        </p:nvSpPr>
        <p:spPr>
          <a:xfrm>
            <a:off x="2474862" y="872142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0EF70C-D819-90FC-4C33-C2B87E49F435}"/>
              </a:ext>
            </a:extLst>
          </p:cNvPr>
          <p:cNvSpPr txBox="1"/>
          <p:nvPr/>
        </p:nvSpPr>
        <p:spPr>
          <a:xfrm>
            <a:off x="1922920" y="474219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8A881C-9819-14A4-A871-9512F4D190CC}"/>
              </a:ext>
            </a:extLst>
          </p:cNvPr>
          <p:cNvSpPr txBox="1"/>
          <p:nvPr/>
        </p:nvSpPr>
        <p:spPr>
          <a:xfrm>
            <a:off x="2474862" y="471774"/>
            <a:ext cx="674841" cy="120084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music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CF24719-D3BE-6641-9051-4D1DC3DDA93A}"/>
              </a:ext>
            </a:extLst>
          </p:cNvPr>
          <p:cNvCxnSpPr>
            <a:cxnSpLocks/>
          </p:cNvCxnSpPr>
          <p:nvPr/>
        </p:nvCxnSpPr>
        <p:spPr>
          <a:xfrm>
            <a:off x="1652950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AD1E51-81A4-F8F8-A3C9-8BF93C66557F}"/>
              </a:ext>
            </a:extLst>
          </p:cNvPr>
          <p:cNvSpPr txBox="1"/>
          <p:nvPr/>
        </p:nvSpPr>
        <p:spPr>
          <a:xfrm>
            <a:off x="3727372" y="43698"/>
            <a:ext cx="1912232" cy="104617"/>
          </a:xfrm>
          <a:prstGeom prst="rect">
            <a:avLst/>
          </a:prstGeom>
          <a:noFill/>
        </p:spPr>
        <p:txBody>
          <a:bodyPr wrap="none" tIns="0" bIns="0" rtlCol="0" anchor="ctr" anchorCtr="0">
            <a:noAutofit/>
          </a:bodyPr>
          <a:lstStyle/>
          <a:p>
            <a:pPr algn="r"/>
            <a:r>
              <a:rPr lang="en-US" sz="10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Geometric Primitives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E26861-53E8-471A-C0CA-79189761121B}"/>
              </a:ext>
            </a:extLst>
          </p:cNvPr>
          <p:cNvCxnSpPr>
            <a:cxnSpLocks/>
          </p:cNvCxnSpPr>
          <p:nvPr/>
        </p:nvCxnSpPr>
        <p:spPr>
          <a:xfrm>
            <a:off x="4856219" y="611741"/>
            <a:ext cx="0" cy="17100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DD7B9C-84D2-5140-6156-AD04CA84E6A3}"/>
              </a:ext>
            </a:extLst>
          </p:cNvPr>
          <p:cNvCxnSpPr>
            <a:cxnSpLocks/>
          </p:cNvCxnSpPr>
          <p:nvPr/>
        </p:nvCxnSpPr>
        <p:spPr>
          <a:xfrm flipH="1">
            <a:off x="4595276" y="779945"/>
            <a:ext cx="257618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B3AED0-8CD2-947E-7DE3-B5CD24B4835E}"/>
              </a:ext>
            </a:extLst>
          </p:cNvPr>
          <p:cNvCxnSpPr>
            <a:cxnSpLocks/>
          </p:cNvCxnSpPr>
          <p:nvPr/>
        </p:nvCxnSpPr>
        <p:spPr>
          <a:xfrm flipH="1">
            <a:off x="4149713" y="790037"/>
            <a:ext cx="18391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F63ADF5-E461-1F20-EB47-5FE21079FDDD}"/>
              </a:ext>
            </a:extLst>
          </p:cNvPr>
          <p:cNvCxnSpPr>
            <a:cxnSpLocks/>
          </p:cNvCxnSpPr>
          <p:nvPr/>
        </p:nvCxnSpPr>
        <p:spPr>
          <a:xfrm>
            <a:off x="4149713" y="619036"/>
            <a:ext cx="0" cy="171001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9ADEC6-F81D-CEA8-8697-DCB73BE69627}"/>
              </a:ext>
            </a:extLst>
          </p:cNvPr>
          <p:cNvCxnSpPr>
            <a:cxnSpLocks/>
          </p:cNvCxnSpPr>
          <p:nvPr/>
        </p:nvCxnSpPr>
        <p:spPr>
          <a:xfrm>
            <a:off x="4508823" y="176008"/>
            <a:ext cx="0" cy="12325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9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042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49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video>
              <p:cMediaNode>
                <p:cTn id="20" repeatCount="indefinite" fill="hold" display="0">
                  <p:stCondLst>
                    <p:cond delay="indefinite"/>
                  </p:stCondLst>
                </p:cTn>
                <p:tgtEl>
                  <p:spTgt spid="5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1470</TotalTime>
  <Words>15</Words>
  <Application>Microsoft Macintosh PowerPoint</Application>
  <PresentationFormat>Custom</PresentationFormat>
  <Paragraphs>13</Paragraphs>
  <Slides>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Oswald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Priniven Pillay</dc:creator>
  <cp:lastModifiedBy>Priniven Pillay</cp:lastModifiedBy>
  <cp:revision>16</cp:revision>
  <dcterms:created xsi:type="dcterms:W3CDTF">2026-02-27T17:17:28Z</dcterms:created>
  <dcterms:modified xsi:type="dcterms:W3CDTF">2026-03-01T16:25:11Z</dcterms:modified>
</cp:coreProperties>
</file>