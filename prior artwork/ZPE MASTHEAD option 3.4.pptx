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0" r:id="rId2"/>
  </p:sldIdLst>
  <p:sldSz cx="611981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84"/>
    <p:restoredTop sz="94681"/>
  </p:normalViewPr>
  <p:slideViewPr>
    <p:cSldViewPr snapToGrid="0">
      <p:cViewPr varScale="1">
        <p:scale>
          <a:sx n="150" d="100"/>
          <a:sy n="150" d="100"/>
        </p:scale>
        <p:origin x="312" y="205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E32C-CDD0-8948-AAC1-ED81368681C3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318125" y="1143000"/>
            <a:ext cx="1749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28BB6-D95C-C342-ACDA-775941CBA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1pPr>
    <a:lvl2pPr marL="164135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2pPr>
    <a:lvl3pPr marL="32827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3pPr>
    <a:lvl4pPr marL="49240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4pPr>
    <a:lvl5pPr marL="65653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5pPr>
    <a:lvl6pPr marL="82067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6pPr>
    <a:lvl7pPr marL="98480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7pPr>
    <a:lvl8pPr marL="114894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8pPr>
    <a:lvl9pPr marL="1313078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8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176668"/>
            <a:ext cx="4589860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566988"/>
            <a:ext cx="4589860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269125"/>
            <a:ext cx="5278339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722415"/>
            <a:ext cx="5278339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7474"/>
            <a:ext cx="5278339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264627"/>
            <a:ext cx="258896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394318"/>
            <a:ext cx="258896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264627"/>
            <a:ext cx="260171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394318"/>
            <a:ext cx="260171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55428"/>
            <a:ext cx="309815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55428"/>
            <a:ext cx="309815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1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0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57474"/>
            <a:ext cx="1319585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57474"/>
            <a:ext cx="3882256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8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57474"/>
            <a:ext cx="5278339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87367"/>
            <a:ext cx="5278339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1000537"/>
            <a:ext cx="206543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8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>
            <a:extLst>
              <a:ext uri="{FF2B5EF4-FFF2-40B4-BE49-F238E27FC236}">
                <a16:creationId xmlns:a16="http://schemas.microsoft.com/office/drawing/2014/main" id="{65AD360C-7027-FB5E-AF64-E953B1DA02C0}"/>
              </a:ext>
            </a:extLst>
          </p:cNvPr>
          <p:cNvSpPr txBox="1"/>
          <p:nvPr/>
        </p:nvSpPr>
        <p:spPr>
          <a:xfrm>
            <a:off x="138029" y="78085"/>
            <a:ext cx="1769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Oswald Medium" pitchFamily="2" charset="77"/>
              </a:rPr>
              <a:t>ZPE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83F47-D254-6464-B3B0-1425F7FEFA66}"/>
              </a:ext>
            </a:extLst>
          </p:cNvPr>
          <p:cNvSpPr txBox="1"/>
          <p:nvPr/>
        </p:nvSpPr>
        <p:spPr>
          <a:xfrm>
            <a:off x="1425671" y="48206"/>
            <a:ext cx="2595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Open Usage </a:t>
            </a:r>
          </a:p>
        </p:txBody>
      </p:sp>
      <p:pic>
        <p:nvPicPr>
          <p:cNvPr id="9" name="grok-video-e3d5e786-55b9-4046-8a25-859415890789">
            <a:hlinkClick r:id="" action="ppaction://media"/>
            <a:extLst>
              <a:ext uri="{FF2B5EF4-FFF2-40B4-BE49-F238E27FC236}">
                <a16:creationId xmlns:a16="http://schemas.microsoft.com/office/drawing/2014/main" id="{F3136682-1DDD-D337-EE4C-4777FE50980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7533" b="5151"/>
          <a:stretch>
            <a:fillRect/>
          </a:stretch>
        </p:blipFill>
        <p:spPr>
          <a:xfrm>
            <a:off x="4761298" y="123953"/>
            <a:ext cx="691092" cy="8045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6FBCF3-C863-0CE1-DA46-3395E10E60EA}"/>
              </a:ext>
            </a:extLst>
          </p:cNvPr>
          <p:cNvSpPr txBox="1"/>
          <p:nvPr/>
        </p:nvSpPr>
        <p:spPr>
          <a:xfrm>
            <a:off x="3670309" y="175318"/>
            <a:ext cx="1320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itchFamily="2" charset="77"/>
              </a:rPr>
              <a:t>ZER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DBFE8-0A56-9B88-26CF-1A0F9EFD5E65}"/>
              </a:ext>
            </a:extLst>
          </p:cNvPr>
          <p:cNvSpPr txBox="1"/>
          <p:nvPr/>
        </p:nvSpPr>
        <p:spPr>
          <a:xfrm>
            <a:off x="5214732" y="175318"/>
            <a:ext cx="13206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Oswald" pitchFamily="2" charset="77"/>
              </a:rPr>
              <a:t>PA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78C6B-92C1-3C9B-5EA9-0FD5AB50C5E1}"/>
              </a:ext>
            </a:extLst>
          </p:cNvPr>
          <p:cNvCxnSpPr>
            <a:cxnSpLocks/>
          </p:cNvCxnSpPr>
          <p:nvPr/>
        </p:nvCxnSpPr>
        <p:spPr>
          <a:xfrm>
            <a:off x="3945547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FC7A5DC-7450-6593-62DB-9BC09D1E7183}"/>
              </a:ext>
            </a:extLst>
          </p:cNvPr>
          <p:cNvSpPr txBox="1"/>
          <p:nvPr/>
        </p:nvSpPr>
        <p:spPr>
          <a:xfrm>
            <a:off x="1425671" y="473270"/>
            <a:ext cx="2283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Below US$100M p.a.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3C169-80A1-4B73-AF25-CA4FAA78C115}"/>
              </a:ext>
            </a:extLst>
          </p:cNvPr>
          <p:cNvSpPr txBox="1"/>
          <p:nvPr/>
        </p:nvSpPr>
        <p:spPr>
          <a:xfrm>
            <a:off x="1430838" y="725942"/>
            <a:ext cx="33617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Zer0pa SAL v6.0</a:t>
            </a:r>
          </a:p>
        </p:txBody>
      </p:sp>
    </p:spTree>
    <p:extLst>
      <p:ext uri="{BB962C8B-B14F-4D97-AF65-F5344CB8AC3E}">
        <p14:creationId xmlns:p14="http://schemas.microsoft.com/office/powerpoint/2010/main" val="407852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2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  <p:bldLst>
      <p:bldP spid="3" grpId="0"/>
      <p:bldP spid="2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1507</TotalTime>
  <Words>17</Words>
  <Application>Microsoft Macintosh PowerPoint</Application>
  <PresentationFormat>Custom</PresentationFormat>
  <Paragraphs>7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Oswald</vt:lpstr>
      <vt:lpstr>Oswald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Priniven Pillay</dc:creator>
  <cp:lastModifiedBy>Priniven Pillay</cp:lastModifiedBy>
  <cp:revision>18</cp:revision>
  <dcterms:created xsi:type="dcterms:W3CDTF">2026-02-27T17:17:28Z</dcterms:created>
  <dcterms:modified xsi:type="dcterms:W3CDTF">2026-03-08T19:23:43Z</dcterms:modified>
</cp:coreProperties>
</file>