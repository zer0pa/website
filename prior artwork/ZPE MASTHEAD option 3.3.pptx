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0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81"/>
  </p:normalViewPr>
  <p:slideViewPr>
    <p:cSldViewPr snapToGrid="0">
      <p:cViewPr varScale="1">
        <p:scale>
          <a:sx n="220" d="100"/>
          <a:sy n="220" d="100"/>
        </p:scale>
        <p:origin x="192" y="182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65AD360C-7027-FB5E-AF64-E953B1DA02C0}"/>
              </a:ext>
            </a:extLst>
          </p:cNvPr>
          <p:cNvSpPr txBox="1"/>
          <p:nvPr/>
        </p:nvSpPr>
        <p:spPr>
          <a:xfrm>
            <a:off x="138029" y="78085"/>
            <a:ext cx="1769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Oswald Medium" pitchFamily="2" charset="77"/>
              </a:rPr>
              <a:t>ZPE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83F47-D254-6464-B3B0-1425F7FEFA66}"/>
              </a:ext>
            </a:extLst>
          </p:cNvPr>
          <p:cNvSpPr txBox="1"/>
          <p:nvPr/>
        </p:nvSpPr>
        <p:spPr>
          <a:xfrm>
            <a:off x="1550358" y="174940"/>
            <a:ext cx="22832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 Codec…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…to rule them all</a:t>
            </a:r>
          </a:p>
        </p:txBody>
      </p:sp>
      <p:pic>
        <p:nvPicPr>
          <p:cNvPr id="9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F3136682-1DDD-D337-EE4C-4777FE5098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7533" b="5151"/>
          <a:stretch>
            <a:fillRect/>
          </a:stretch>
        </p:blipFill>
        <p:spPr>
          <a:xfrm>
            <a:off x="4761298" y="123953"/>
            <a:ext cx="691092" cy="804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6FBCF3-C863-0CE1-DA46-3395E10E60EA}"/>
              </a:ext>
            </a:extLst>
          </p:cNvPr>
          <p:cNvSpPr txBox="1"/>
          <p:nvPr/>
        </p:nvSpPr>
        <p:spPr>
          <a:xfrm>
            <a:off x="3670309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DBFE8-0A56-9B88-26CF-1A0F9EFD5E65}"/>
              </a:ext>
            </a:extLst>
          </p:cNvPr>
          <p:cNvSpPr txBox="1"/>
          <p:nvPr/>
        </p:nvSpPr>
        <p:spPr>
          <a:xfrm>
            <a:off x="5214732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PA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78C6B-92C1-3C9B-5EA9-0FD5AB50C5E1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52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1464</TotalTime>
  <Words>12</Words>
  <Application>Microsoft Macintosh PowerPoint</Application>
  <PresentationFormat>Custom</PresentationFormat>
  <Paragraphs>6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Oswald</vt:lpstr>
      <vt:lpstr>Oswald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15</cp:revision>
  <dcterms:created xsi:type="dcterms:W3CDTF">2026-02-27T17:17:28Z</dcterms:created>
  <dcterms:modified xsi:type="dcterms:W3CDTF">2026-03-01T11:55:41Z</dcterms:modified>
</cp:coreProperties>
</file>