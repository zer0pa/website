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71" r:id="rId2"/>
  </p:sldIdLst>
  <p:sldSz cx="6119813" cy="10795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78"/>
    <p:restoredTop sz="94681"/>
  </p:normalViewPr>
  <p:slideViewPr>
    <p:cSldViewPr snapToGrid="0">
      <p:cViewPr varScale="1">
        <p:scale>
          <a:sx n="158" d="100"/>
          <a:sy n="158" d="100"/>
        </p:scale>
        <p:origin x="184" y="2040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0E32C-CDD0-8948-AAC1-ED81368681C3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5318125" y="1143000"/>
            <a:ext cx="174942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528BB6-D95C-C342-ACDA-775941CBA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00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1pPr>
    <a:lvl2pPr marL="164135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2pPr>
    <a:lvl3pPr marL="328270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3pPr>
    <a:lvl4pPr marL="492404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4pPr>
    <a:lvl5pPr marL="656539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5pPr>
    <a:lvl6pPr marL="820674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6pPr>
    <a:lvl7pPr marL="984809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7pPr>
    <a:lvl8pPr marL="1148944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8pPr>
    <a:lvl9pPr marL="1313078" algn="l" defTabSz="328270" rtl="0" eaLnBrk="1" latinLnBrk="0" hangingPunct="1">
      <a:defRPr sz="43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528BB6-D95C-C342-ACDA-775941CBAE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455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4977" y="176668"/>
            <a:ext cx="4589860" cy="375826"/>
          </a:xfrm>
        </p:spPr>
        <p:txBody>
          <a:bodyPr anchor="b"/>
          <a:lstStyle>
            <a:lvl1pPr algn="ctr">
              <a:defRPr sz="9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4977" y="566988"/>
            <a:ext cx="4589860" cy="260629"/>
          </a:xfrm>
        </p:spPr>
        <p:txBody>
          <a:bodyPr/>
          <a:lstStyle>
            <a:lvl1pPr marL="0" indent="0" algn="ctr">
              <a:buNone/>
              <a:defRPr sz="378"/>
            </a:lvl1pPr>
            <a:lvl2pPr marL="71963" indent="0" algn="ctr">
              <a:buNone/>
              <a:defRPr sz="315"/>
            </a:lvl2pPr>
            <a:lvl3pPr marL="143927" indent="0" algn="ctr">
              <a:buNone/>
              <a:defRPr sz="283"/>
            </a:lvl3pPr>
            <a:lvl4pPr marL="215890" indent="0" algn="ctr">
              <a:buNone/>
              <a:defRPr sz="252"/>
            </a:lvl4pPr>
            <a:lvl5pPr marL="287853" indent="0" algn="ctr">
              <a:buNone/>
              <a:defRPr sz="252"/>
            </a:lvl5pPr>
            <a:lvl6pPr marL="359816" indent="0" algn="ctr">
              <a:buNone/>
              <a:defRPr sz="252"/>
            </a:lvl6pPr>
            <a:lvl7pPr marL="431780" indent="0" algn="ctr">
              <a:buNone/>
              <a:defRPr sz="252"/>
            </a:lvl7pPr>
            <a:lvl8pPr marL="503743" indent="0" algn="ctr">
              <a:buNone/>
              <a:defRPr sz="252"/>
            </a:lvl8pPr>
            <a:lvl9pPr marL="575706" indent="0" algn="ctr">
              <a:buNone/>
              <a:defRPr sz="25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604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989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50" y="269125"/>
            <a:ext cx="5278339" cy="449042"/>
          </a:xfrm>
        </p:spPr>
        <p:txBody>
          <a:bodyPr anchor="b"/>
          <a:lstStyle>
            <a:lvl1pPr>
              <a:defRPr sz="94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550" y="722415"/>
            <a:ext cx="5278339" cy="236141"/>
          </a:xfrm>
        </p:spPr>
        <p:txBody>
          <a:bodyPr/>
          <a:lstStyle>
            <a:lvl1pPr marL="0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1pPr>
            <a:lvl2pPr marL="71963" indent="0">
              <a:buNone/>
              <a:defRPr sz="315">
                <a:solidFill>
                  <a:schemeClr val="tx1">
                    <a:tint val="82000"/>
                  </a:schemeClr>
                </a:solidFill>
              </a:defRPr>
            </a:lvl2pPr>
            <a:lvl3pPr marL="143927" indent="0">
              <a:buNone/>
              <a:defRPr sz="283">
                <a:solidFill>
                  <a:schemeClr val="tx1">
                    <a:tint val="82000"/>
                  </a:schemeClr>
                </a:solidFill>
              </a:defRPr>
            </a:lvl3pPr>
            <a:lvl4pPr marL="215890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4pPr>
            <a:lvl5pPr marL="287853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5pPr>
            <a:lvl6pPr marL="359816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6pPr>
            <a:lvl7pPr marL="431780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7pPr>
            <a:lvl8pPr marL="503743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8pPr>
            <a:lvl9pPr marL="575706" indent="0">
              <a:buNone/>
              <a:defRPr sz="25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473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0737" y="287367"/>
            <a:ext cx="2600921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155" y="287367"/>
            <a:ext cx="2600921" cy="68493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742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57474"/>
            <a:ext cx="5278339" cy="20865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1534" y="264627"/>
            <a:ext cx="2588968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3" indent="0">
              <a:buNone/>
              <a:defRPr sz="315" b="1"/>
            </a:lvl2pPr>
            <a:lvl3pPr marL="143927" indent="0">
              <a:buNone/>
              <a:defRPr sz="283" b="1"/>
            </a:lvl3pPr>
            <a:lvl4pPr marL="215890" indent="0">
              <a:buNone/>
              <a:defRPr sz="252" b="1"/>
            </a:lvl4pPr>
            <a:lvl5pPr marL="287853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3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1534" y="394318"/>
            <a:ext cx="2588968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8155" y="264627"/>
            <a:ext cx="2601718" cy="129690"/>
          </a:xfrm>
        </p:spPr>
        <p:txBody>
          <a:bodyPr anchor="b"/>
          <a:lstStyle>
            <a:lvl1pPr marL="0" indent="0">
              <a:buNone/>
              <a:defRPr sz="378" b="1"/>
            </a:lvl1pPr>
            <a:lvl2pPr marL="71963" indent="0">
              <a:buNone/>
              <a:defRPr sz="315" b="1"/>
            </a:lvl2pPr>
            <a:lvl3pPr marL="143927" indent="0">
              <a:buNone/>
              <a:defRPr sz="283" b="1"/>
            </a:lvl3pPr>
            <a:lvl4pPr marL="215890" indent="0">
              <a:buNone/>
              <a:defRPr sz="252" b="1"/>
            </a:lvl4pPr>
            <a:lvl5pPr marL="287853" indent="0">
              <a:buNone/>
              <a:defRPr sz="252" b="1"/>
            </a:lvl5pPr>
            <a:lvl6pPr marL="359816" indent="0">
              <a:buNone/>
              <a:defRPr sz="252" b="1"/>
            </a:lvl6pPr>
            <a:lvl7pPr marL="431780" indent="0">
              <a:buNone/>
              <a:defRPr sz="252" b="1"/>
            </a:lvl7pPr>
            <a:lvl8pPr marL="503743" indent="0">
              <a:buNone/>
              <a:defRPr sz="252" b="1"/>
            </a:lvl8pPr>
            <a:lvl9pPr marL="575706" indent="0">
              <a:buNone/>
              <a:defRPr sz="25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8155" y="394318"/>
            <a:ext cx="2601718" cy="5799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674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364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71967"/>
            <a:ext cx="1973799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1718" y="155428"/>
            <a:ext cx="3098155" cy="767145"/>
          </a:xfrm>
        </p:spPr>
        <p:txBody>
          <a:bodyPr/>
          <a:lstStyle>
            <a:lvl1pPr>
              <a:defRPr sz="504"/>
            </a:lvl1pPr>
            <a:lvl2pPr>
              <a:defRPr sz="441"/>
            </a:lvl2pPr>
            <a:lvl3pPr>
              <a:defRPr sz="378"/>
            </a:lvl3pPr>
            <a:lvl4pPr>
              <a:defRPr sz="315"/>
            </a:lvl4pPr>
            <a:lvl5pPr>
              <a:defRPr sz="315"/>
            </a:lvl5pPr>
            <a:lvl6pPr>
              <a:defRPr sz="315"/>
            </a:lvl6pPr>
            <a:lvl7pPr>
              <a:defRPr sz="315"/>
            </a:lvl7pPr>
            <a:lvl8pPr>
              <a:defRPr sz="315"/>
            </a:lvl8pPr>
            <a:lvl9pPr>
              <a:defRPr sz="31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323850"/>
            <a:ext cx="1973799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3" indent="0">
              <a:buNone/>
              <a:defRPr sz="220"/>
            </a:lvl2pPr>
            <a:lvl3pPr marL="143927" indent="0">
              <a:buNone/>
              <a:defRPr sz="189"/>
            </a:lvl3pPr>
            <a:lvl4pPr marL="215890" indent="0">
              <a:buNone/>
              <a:defRPr sz="157"/>
            </a:lvl4pPr>
            <a:lvl5pPr marL="287853" indent="0">
              <a:buNone/>
              <a:defRPr sz="157"/>
            </a:lvl5pPr>
            <a:lvl6pPr marL="359816" indent="0">
              <a:buNone/>
              <a:defRPr sz="157"/>
            </a:lvl6pPr>
            <a:lvl7pPr marL="431780" indent="0">
              <a:buNone/>
              <a:defRPr sz="157"/>
            </a:lvl7pPr>
            <a:lvl8pPr marL="503743" indent="0">
              <a:buNone/>
              <a:defRPr sz="157"/>
            </a:lvl8pPr>
            <a:lvl9pPr marL="575706" indent="0">
              <a:buNone/>
              <a:defRPr sz="1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20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1534" y="71967"/>
            <a:ext cx="1973799" cy="251883"/>
          </a:xfrm>
        </p:spPr>
        <p:txBody>
          <a:bodyPr anchor="b"/>
          <a:lstStyle>
            <a:lvl1pPr>
              <a:defRPr sz="50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601718" y="155428"/>
            <a:ext cx="3098155" cy="767145"/>
          </a:xfrm>
        </p:spPr>
        <p:txBody>
          <a:bodyPr anchor="t"/>
          <a:lstStyle>
            <a:lvl1pPr marL="0" indent="0">
              <a:buNone/>
              <a:defRPr sz="504"/>
            </a:lvl1pPr>
            <a:lvl2pPr marL="71963" indent="0">
              <a:buNone/>
              <a:defRPr sz="441"/>
            </a:lvl2pPr>
            <a:lvl3pPr marL="143927" indent="0">
              <a:buNone/>
              <a:defRPr sz="378"/>
            </a:lvl3pPr>
            <a:lvl4pPr marL="215890" indent="0">
              <a:buNone/>
              <a:defRPr sz="315"/>
            </a:lvl4pPr>
            <a:lvl5pPr marL="287853" indent="0">
              <a:buNone/>
              <a:defRPr sz="315"/>
            </a:lvl5pPr>
            <a:lvl6pPr marL="359816" indent="0">
              <a:buNone/>
              <a:defRPr sz="315"/>
            </a:lvl6pPr>
            <a:lvl7pPr marL="431780" indent="0">
              <a:buNone/>
              <a:defRPr sz="315"/>
            </a:lvl7pPr>
            <a:lvl8pPr marL="503743" indent="0">
              <a:buNone/>
              <a:defRPr sz="315"/>
            </a:lvl8pPr>
            <a:lvl9pPr marL="575706" indent="0">
              <a:buNone/>
              <a:defRPr sz="31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1534" y="323850"/>
            <a:ext cx="1973799" cy="599972"/>
          </a:xfrm>
        </p:spPr>
        <p:txBody>
          <a:bodyPr/>
          <a:lstStyle>
            <a:lvl1pPr marL="0" indent="0">
              <a:buNone/>
              <a:defRPr sz="252"/>
            </a:lvl1pPr>
            <a:lvl2pPr marL="71963" indent="0">
              <a:buNone/>
              <a:defRPr sz="220"/>
            </a:lvl2pPr>
            <a:lvl3pPr marL="143927" indent="0">
              <a:buNone/>
              <a:defRPr sz="189"/>
            </a:lvl3pPr>
            <a:lvl4pPr marL="215890" indent="0">
              <a:buNone/>
              <a:defRPr sz="157"/>
            </a:lvl4pPr>
            <a:lvl5pPr marL="287853" indent="0">
              <a:buNone/>
              <a:defRPr sz="157"/>
            </a:lvl5pPr>
            <a:lvl6pPr marL="359816" indent="0">
              <a:buNone/>
              <a:defRPr sz="157"/>
            </a:lvl6pPr>
            <a:lvl7pPr marL="431780" indent="0">
              <a:buNone/>
              <a:defRPr sz="157"/>
            </a:lvl7pPr>
            <a:lvl8pPr marL="503743" indent="0">
              <a:buNone/>
              <a:defRPr sz="157"/>
            </a:lvl8pPr>
            <a:lvl9pPr marL="575706" indent="0">
              <a:buNone/>
              <a:defRPr sz="15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11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305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79491" y="57474"/>
            <a:ext cx="1319585" cy="914826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0737" y="57474"/>
            <a:ext cx="3882256" cy="914826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885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0737" y="57474"/>
            <a:ext cx="5278339" cy="2086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0737" y="287367"/>
            <a:ext cx="5278339" cy="684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0737" y="1000537"/>
            <a:ext cx="1376958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C6F642-9A5B-964B-9BD2-FC5B975C1F61}" type="datetimeFigureOut">
              <a:rPr lang="en-US" smtClean="0"/>
              <a:t>3/8/26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27188" y="1000537"/>
            <a:ext cx="2065437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22118" y="1000537"/>
            <a:ext cx="1376958" cy="574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E96428-2841-EA4E-8D95-406EC1A773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78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43927" rtl="0" eaLnBrk="1" latinLnBrk="0" hangingPunct="1">
        <a:lnSpc>
          <a:spcPct val="90000"/>
        </a:lnSpc>
        <a:spcBef>
          <a:spcPct val="0"/>
        </a:spcBef>
        <a:buNone/>
        <a:defRPr sz="69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82" indent="-35982" algn="l" defTabSz="143927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1pPr>
      <a:lvl2pPr marL="10794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78" kern="1200">
          <a:solidFill>
            <a:schemeClr val="tx1"/>
          </a:solidFill>
          <a:latin typeface="+mn-lt"/>
          <a:ea typeface="+mn-ea"/>
          <a:cs typeface="+mn-cs"/>
        </a:defRPr>
      </a:lvl2pPr>
      <a:lvl3pPr marL="17990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315" kern="1200">
          <a:solidFill>
            <a:schemeClr val="tx1"/>
          </a:solidFill>
          <a:latin typeface="+mn-lt"/>
          <a:ea typeface="+mn-ea"/>
          <a:cs typeface="+mn-cs"/>
        </a:defRPr>
      </a:lvl3pPr>
      <a:lvl4pPr marL="251871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4pPr>
      <a:lvl5pPr marL="32383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5pPr>
      <a:lvl6pPr marL="39579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6pPr>
      <a:lvl7pPr marL="467761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7pPr>
      <a:lvl8pPr marL="539725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8pPr>
      <a:lvl9pPr marL="611688" indent="-35982" algn="l" defTabSz="143927" rtl="0" eaLnBrk="1" latinLnBrk="0" hangingPunct="1">
        <a:lnSpc>
          <a:spcPct val="90000"/>
        </a:lnSpc>
        <a:spcBef>
          <a:spcPts val="79"/>
        </a:spcBef>
        <a:buFont typeface="Arial" panose="020B0604020202020204" pitchFamily="34" charset="0"/>
        <a:buChar char="•"/>
        <a:defRPr sz="2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1pPr>
      <a:lvl2pPr marL="7196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2pPr>
      <a:lvl3pPr marL="143927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3pPr>
      <a:lvl4pPr marL="21589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4pPr>
      <a:lvl5pPr marL="28785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5pPr>
      <a:lvl6pPr marL="359816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6pPr>
      <a:lvl7pPr marL="431780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7pPr>
      <a:lvl8pPr marL="503743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8pPr>
      <a:lvl9pPr marL="575706" algn="l" defTabSz="143927" rtl="0" eaLnBrk="1" latinLnBrk="0" hangingPunct="1">
        <a:defRPr sz="2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ok-video-e3d5e786-55b9-4046-8a25-859415890789">
            <a:hlinkClick r:id="" action="ppaction://media"/>
            <a:extLst>
              <a:ext uri="{FF2B5EF4-FFF2-40B4-BE49-F238E27FC236}">
                <a16:creationId xmlns:a16="http://schemas.microsoft.com/office/drawing/2014/main" id="{D0C9291D-619C-0F84-CAE1-90F465F50FA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15486" t="7533" r="16440" b="5151"/>
          <a:stretch>
            <a:fillRect/>
          </a:stretch>
        </p:blipFill>
        <p:spPr>
          <a:xfrm>
            <a:off x="5553131" y="146522"/>
            <a:ext cx="459393" cy="7856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3A1ECB-FA9F-2E69-457F-39466CDCA6ED}"/>
              </a:ext>
            </a:extLst>
          </p:cNvPr>
          <p:cNvSpPr txBox="1"/>
          <p:nvPr/>
        </p:nvSpPr>
        <p:spPr>
          <a:xfrm>
            <a:off x="-57515" y="225811"/>
            <a:ext cx="1769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Oswald Medium" pitchFamily="2" charset="77"/>
              </a:rPr>
              <a:t>ZPE-IMC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270C8EE-EE78-5ECA-DE87-71EBB51F5EDE}"/>
              </a:ext>
            </a:extLst>
          </p:cNvPr>
          <p:cNvCxnSpPr>
            <a:cxnSpLocks/>
          </p:cNvCxnSpPr>
          <p:nvPr/>
        </p:nvCxnSpPr>
        <p:spPr>
          <a:xfrm>
            <a:off x="1717686" y="158022"/>
            <a:ext cx="0" cy="7634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F4D06B8-AB76-D980-8F12-2D7DEC9C2616}"/>
              </a:ext>
            </a:extLst>
          </p:cNvPr>
          <p:cNvSpPr txBox="1"/>
          <p:nvPr/>
        </p:nvSpPr>
        <p:spPr>
          <a:xfrm>
            <a:off x="2278667" y="158022"/>
            <a:ext cx="29007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276 000</a:t>
            </a:r>
            <a:endParaRPr lang="en-US" sz="44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88DB60-C368-04F6-51F4-82EB0CBA4BE6}"/>
              </a:ext>
            </a:extLst>
          </p:cNvPr>
          <p:cNvSpPr txBox="1"/>
          <p:nvPr/>
        </p:nvSpPr>
        <p:spPr>
          <a:xfrm>
            <a:off x="1968538" y="771723"/>
            <a:ext cx="22832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Words per Second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2661F4-28E8-535D-DAA8-794D56A110CE}"/>
              </a:ext>
            </a:extLst>
          </p:cNvPr>
          <p:cNvSpPr txBox="1"/>
          <p:nvPr/>
        </p:nvSpPr>
        <p:spPr>
          <a:xfrm>
            <a:off x="2356517" y="-11255"/>
            <a:ext cx="22690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CPU Native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AFD498E-446C-EF21-6E2F-0FBCD81F3599}"/>
              </a:ext>
            </a:extLst>
          </p:cNvPr>
          <p:cNvCxnSpPr>
            <a:cxnSpLocks/>
          </p:cNvCxnSpPr>
          <p:nvPr/>
        </p:nvCxnSpPr>
        <p:spPr>
          <a:xfrm>
            <a:off x="5406306" y="146522"/>
            <a:ext cx="0" cy="76345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75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4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4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>
                <p:cTn id="15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1643</TotalTime>
  <Words>9</Words>
  <Application>Microsoft Macintosh PowerPoint</Application>
  <PresentationFormat>Custom</PresentationFormat>
  <Paragraphs>5</Paragraphs>
  <Slides>1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Courier New</vt:lpstr>
      <vt:lpstr>Oswald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Priniven Pillay</dc:creator>
  <cp:lastModifiedBy>Priniven Pillay</cp:lastModifiedBy>
  <cp:revision>20</cp:revision>
  <dcterms:created xsi:type="dcterms:W3CDTF">2026-02-27T17:17:28Z</dcterms:created>
  <dcterms:modified xsi:type="dcterms:W3CDTF">2026-03-08T20:29:34Z</dcterms:modified>
</cp:coreProperties>
</file>